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69848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/>
            </a:pPr>
            <a:r>
              <a:t>ApexPlanet Sales Analysis</a:t>
            </a:r>
          </a:p>
          <a:p>
            <a:pPr algn="ctr">
              <a:defRPr sz="2100"/>
            </a:pPr>
            <a:r>
              <a:t>Task 2: Exploratory Data Analysis (EDA) &amp; Business Intelligence</a:t>
            </a:r>
          </a:p>
          <a:p>
            <a:pPr algn="ctr">
              <a:defRPr sz="1500"/>
            </a:pPr>
            <a:r>
              <a:t>Python • SQL • Multivariate Analysis • Dashboard Mock-up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1. Task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Explore sales data to identify patterns, trends and relationships.</a:t>
            </a:r>
          </a:p>
          <a:p>
            <a:pPr>
              <a:spcAft>
                <a:spcPts val="1200"/>
              </a:spcAft>
              <a:defRPr sz="1800"/>
            </a:pPr>
            <a:r>
              <a:t>Calculate descriptive statistics and perform univariate analysis.</a:t>
            </a:r>
          </a:p>
          <a:p>
            <a:pPr>
              <a:spcAft>
                <a:spcPts val="1200"/>
              </a:spcAft>
              <a:defRPr sz="1800"/>
            </a:pPr>
            <a:r>
              <a:t>Answer practical business questions using SQL filtering and aggregation.</a:t>
            </a:r>
          </a:p>
          <a:p>
            <a:pPr>
              <a:spcAft>
                <a:spcPts val="1200"/>
              </a:spcAft>
              <a:defRPr sz="1800"/>
            </a:pPr>
            <a:r>
              <a:t>Use multivariate analysis to examine relationships among variables.</a:t>
            </a:r>
          </a:p>
          <a:p>
            <a:pPr>
              <a:spcAft>
                <a:spcPts val="1200"/>
              </a:spcAft>
              <a:defRPr sz="1800"/>
            </a:pPr>
            <a:r>
              <a:t>Translate EDA findings into a static business dashboard concept.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ApexPlanet Data Analytics Internship • Task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2. Dataset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205740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/>
            </a:pPr>
            <a:r>
              <a:t>1,000</a:t>
            </a:r>
          </a:p>
          <a:p>
            <a:pPr algn="ctr">
              <a:defRPr sz="1100"/>
            </a:pPr>
            <a:r>
              <a:t>Transactions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88920" y="1325880"/>
            <a:ext cx="205740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/>
            </a:pPr>
            <a:r>
              <a:t>5,435</a:t>
            </a:r>
          </a:p>
          <a:p>
            <a:pPr algn="ctr">
              <a:defRPr sz="1100"/>
            </a:pPr>
            <a:r>
              <a:t>Units Sold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325880"/>
            <a:ext cx="205740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/>
            </a:pPr>
            <a:r>
              <a:t>6</a:t>
            </a:r>
          </a:p>
          <a:p>
            <a:pPr algn="ctr">
              <a:defRPr sz="1100"/>
            </a:pPr>
            <a:r>
              <a:t>Products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69480" y="1325880"/>
            <a:ext cx="205740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/>
            </a:pPr>
            <a:r>
              <a:t>₹139,399</a:t>
            </a:r>
          </a:p>
          <a:p>
            <a:pPr algn="ctr">
              <a:defRPr sz="1100"/>
            </a:pPr>
            <a:r>
              <a:t>Avg Transaction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09760" y="1325880"/>
            <a:ext cx="205740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/>
            </a:pPr>
            <a:r>
              <a:t>₹139.40M</a:t>
            </a:r>
          </a:p>
          <a:p>
            <a:pPr algn="ctr">
              <a:defRPr sz="1100"/>
            </a:pPr>
            <a:r>
              <a:t>Total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Core dimensions: customer, demographics, city, product and category.</a:t>
            </a:r>
          </a:p>
          <a:p>
            <a:pPr>
              <a:spcAft>
                <a:spcPts val="1200"/>
              </a:spcAft>
              <a:defRPr sz="1700"/>
            </a:pPr>
            <a:r>
              <a:t>Measures: quantity, unit price and total sales.</a:t>
            </a:r>
          </a:p>
          <a:p>
            <a:pPr>
              <a:spcAft>
                <a:spcPts val="1200"/>
              </a:spcAft>
              <a:defRPr sz="1700"/>
            </a:pPr>
            <a:r>
              <a:t>Analysis period: 01 Jan 2025 to 01 Jan 2026.</a:t>
            </a:r>
          </a:p>
          <a:p>
            <a:pPr>
              <a:spcAft>
                <a:spcPts val="1200"/>
              </a:spcAft>
              <a:defRPr sz="1700"/>
            </a:pPr>
            <a:r>
              <a:t>Cleaned dataset is used as the analytical source.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ApexPlanet Data Analytics Internship • Task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3. Descriptive Statistics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80160"/>
          <a:ext cx="108813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4978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Statistic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Unit_Price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Total_Sales</a:t>
                      </a:r>
                    </a:p>
                  </a:txBody>
                  <a:tcPr/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1,000.00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1,000.00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1,000.00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1,000.00</a:t>
                      </a:r>
                    </a:p>
                  </a:txBody>
                  <a:tcPr/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41.35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25,486.78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139,399.44</a:t>
                      </a:r>
                    </a:p>
                  </a:txBody>
                  <a:tcPr/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13.68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14,179.40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114,100.05</a:t>
                      </a:r>
                    </a:p>
                  </a:txBody>
                  <a:tcPr/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18.00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145.78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437.34</a:t>
                      </a:r>
                    </a:p>
                  </a:txBody>
                  <a:tcPr/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13,895.72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47,066.63</a:t>
                      </a:r>
                    </a:p>
                  </a:txBody>
                  <a:tcPr/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25,398.74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108,594.02</a:t>
                      </a:r>
                    </a:p>
                  </a:txBody>
                  <a:tcPr/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53.00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37,512.38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203,722.88</a:t>
                      </a:r>
                    </a:p>
                  </a:txBody>
                  <a:tcPr/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65.00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49,997.53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493,677.50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ApexPlanet Data Analytics Internship • Task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4. Univariate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Categorical analysis: Gender, Category, Product and City frequency.</a:t>
            </a:r>
          </a:p>
          <a:p>
            <a:pPr>
              <a:spcAft>
                <a:spcPts val="1200"/>
              </a:spcAft>
              <a:defRPr sz="1800"/>
            </a:pPr>
            <a:r>
              <a:t>Numerical analysis: Age, Quantity, Unit Price and Total Sales distributions.</a:t>
            </a:r>
          </a:p>
          <a:p>
            <a:pPr>
              <a:spcAft>
                <a:spcPts val="1200"/>
              </a:spcAft>
              <a:defRPr sz="1800"/>
            </a:pPr>
            <a:r>
              <a:t>Histograms help identify concentration and spread.</a:t>
            </a:r>
          </a:p>
          <a:p>
            <a:pPr>
              <a:spcAft>
                <a:spcPts val="1200"/>
              </a:spcAft>
              <a:defRPr sz="1800"/>
            </a:pPr>
            <a:r>
              <a:t>Bar charts make category and product comparisons easier.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ApexPlanet Data Analytics Internship • Task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5. Sales Trend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Group sales by month to observe changes over time.</a:t>
            </a:r>
          </a:p>
          <a:p>
            <a:pPr>
              <a:spcAft>
                <a:spcPts val="1200"/>
              </a:spcAft>
              <a:defRPr sz="1800"/>
            </a:pPr>
            <a:r>
              <a:t>Use monthly revenue trends for reporting and planning.</a:t>
            </a:r>
          </a:p>
          <a:p>
            <a:pPr>
              <a:spcAft>
                <a:spcPts val="1200"/>
              </a:spcAft>
              <a:defRPr sz="1800"/>
            </a:pPr>
            <a:r>
              <a:t>Compare high- and low-sales periods before investigating possible drivers.</a:t>
            </a:r>
          </a:p>
          <a:p>
            <a:pPr>
              <a:spcAft>
                <a:spcPts val="1200"/>
              </a:spcAft>
              <a:defRPr sz="1800"/>
            </a:pPr>
            <a:r>
              <a:t>SQL can reproduce the same monthly aggregation.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ApexPlanet Data Analytics Internship • Task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6. SQL for Business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1. Which 5 products generate the highest revenue?</a:t>
            </a:r>
          </a:p>
          <a:p>
            <a:pPr>
              <a:spcAft>
                <a:spcPts val="1200"/>
              </a:spcAft>
              <a:defRPr sz="1600"/>
            </a:pPr>
            <a:r>
              <a:t>2. Which categories contribute the most sales and units?</a:t>
            </a:r>
          </a:p>
          <a:p>
            <a:pPr>
              <a:spcAft>
                <a:spcPts val="1200"/>
              </a:spcAft>
              <a:defRPr sz="1600"/>
            </a:pPr>
            <a:r>
              <a:t>3. How do sales change month by month?</a:t>
            </a:r>
          </a:p>
          <a:p>
            <a:pPr>
              <a:spcAft>
                <a:spcPts val="1200"/>
              </a:spcAft>
              <a:defRPr sz="1600"/>
            </a:pPr>
            <a:r>
              <a:t>4. Which cities generate the highest revenue?</a:t>
            </a:r>
          </a:p>
          <a:p>
            <a:pPr>
              <a:spcAft>
                <a:spcPts val="1200"/>
              </a:spcAft>
              <a:defRPr sz="1600"/>
            </a:pPr>
            <a:r>
              <a:t>5. What is the average transaction value by category?</a:t>
            </a:r>
          </a:p>
          <a:p>
            <a:pPr>
              <a:spcAft>
                <a:spcPts val="1200"/>
              </a:spcAft>
              <a:defRPr sz="1600"/>
            </a:pPr>
            <a:r>
              <a:t>6. Which age groups contribute the most sales?</a:t>
            </a:r>
          </a:p>
          <a:p>
            <a:pPr>
              <a:spcAft>
                <a:spcPts val="1200"/>
              </a:spcAft>
              <a:defRPr sz="1600"/>
            </a:pPr>
            <a:r>
              <a:t>7. How much revenue comes from each gender?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ApexPlanet Data Analytics Internship • Task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7. SQL Query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TOP + ORDER BY: identify the highest-revenue products.</a:t>
            </a:r>
          </a:p>
          <a:p>
            <a:pPr>
              <a:spcAft>
                <a:spcPts val="1200"/>
              </a:spcAft>
              <a:defRPr sz="1800"/>
            </a:pPr>
            <a:r>
              <a:t>SUM() + GROUP BY: calculate revenue and units by category.</a:t>
            </a:r>
          </a:p>
          <a:p>
            <a:pPr>
              <a:spcAft>
                <a:spcPts val="1200"/>
              </a:spcAft>
              <a:defRPr sz="1800"/>
            </a:pPr>
            <a:r>
              <a:t>YEAR()/MONTH() + GROUP BY: build monthly sales trends.</a:t>
            </a:r>
          </a:p>
          <a:p>
            <a:pPr>
              <a:spcAft>
                <a:spcPts val="1200"/>
              </a:spcAft>
              <a:defRPr sz="1800"/>
            </a:pPr>
            <a:r>
              <a:t>AVG(): calculate average transaction value by segment.</a:t>
            </a:r>
          </a:p>
          <a:p>
            <a:pPr>
              <a:spcAft>
                <a:spcPts val="1200"/>
              </a:spcAft>
              <a:defRPr sz="1800"/>
            </a:pPr>
            <a:r>
              <a:t>Filtering + aggregation + sorting are the main SQL techniques for this task.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ApexPlanet Data Analytics Internship • Task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8. Multivariate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Correlation matrix: examine relationships among Age, Quantity, Unit Price and Total Sales.</a:t>
            </a:r>
          </a:p>
          <a:p>
            <a:pPr>
              <a:spcAft>
                <a:spcPts val="1200"/>
              </a:spcAft>
              <a:defRPr sz="1700"/>
            </a:pPr>
            <a:r>
              <a:t>Scatter plots: Quantity vs Total Sales and Unit Price vs Total Sales.</a:t>
            </a:r>
          </a:p>
          <a:p>
            <a:pPr>
              <a:spcAft>
                <a:spcPts val="1200"/>
              </a:spcAft>
              <a:defRPr sz="1700"/>
            </a:pPr>
            <a:r>
              <a:t>Pair plots: compare multiple numeric variables together.</a:t>
            </a:r>
          </a:p>
          <a:p>
            <a:pPr>
              <a:spcAft>
                <a:spcPts val="1200"/>
              </a:spcAft>
              <a:defRPr sz="1700"/>
            </a:pPr>
            <a:r>
              <a:t>Cross-tab analysis: compare dimensions such as Category and Gender.</a:t>
            </a:r>
          </a:p>
          <a:p>
            <a:pPr>
              <a:spcAft>
                <a:spcPts val="1200"/>
              </a:spcAft>
              <a:defRPr sz="1700"/>
            </a:pPr>
            <a:r>
              <a:t>Correlation indicates association, not causation.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ApexPlanet Data Analytics Internship • Task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9. Key EDA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Total sales: ₹139,399,440.</a:t>
            </a:r>
          </a:p>
          <a:p>
            <a:pPr>
              <a:spcAft>
                <a:spcPts val="1200"/>
              </a:spcAft>
              <a:defRPr sz="1800"/>
            </a:pPr>
            <a:r>
              <a:t>Transactions analyzed: 1,000; units sold: 5,435.</a:t>
            </a:r>
          </a:p>
          <a:p>
            <a:pPr>
              <a:spcAft>
                <a:spcPts val="1200"/>
              </a:spcAft>
              <a:defRPr sz="1800"/>
            </a:pPr>
            <a:r>
              <a:t>Highest-revenue category: Electronics.</a:t>
            </a:r>
          </a:p>
          <a:p>
            <a:pPr>
              <a:spcAft>
                <a:spcPts val="1200"/>
              </a:spcAft>
              <a:defRPr sz="1800"/>
            </a:pPr>
            <a:r>
              <a:t>Highest-revenue product: Laptop.</a:t>
            </a:r>
          </a:p>
          <a:p>
            <a:pPr>
              <a:spcAft>
                <a:spcPts val="1200"/>
              </a:spcAft>
              <a:defRPr sz="1800"/>
            </a:pPr>
            <a:r>
              <a:t>Highest-revenue city: Patna.</a:t>
            </a:r>
          </a:p>
          <a:p>
            <a:pPr>
              <a:spcAft>
                <a:spcPts val="1200"/>
              </a:spcAft>
              <a:defRPr sz="1800"/>
            </a:pPr>
            <a:r>
              <a:t>These results provide inputs for KPI selection and dashboard design.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ApexPlanet Data Analytics Internship • Task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10. Static Dashboard Mock-up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205740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/>
            </a:pPr>
            <a:r>
              <a:t>₹139.40M</a:t>
            </a:r>
          </a:p>
          <a:p>
            <a:pPr algn="ctr">
              <a:defRPr sz="1100"/>
            </a:pPr>
            <a:r>
              <a:t>Total Sales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88920" y="1325880"/>
            <a:ext cx="205740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/>
            </a:pPr>
            <a:r>
              <a:t>1,000</a:t>
            </a:r>
          </a:p>
          <a:p>
            <a:pPr algn="ctr">
              <a:defRPr sz="1100"/>
            </a:pPr>
            <a:r>
              <a:t>Transactions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325880"/>
            <a:ext cx="205740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/>
            </a:pPr>
            <a:r>
              <a:t>5,435</a:t>
            </a:r>
          </a:p>
          <a:p>
            <a:pPr algn="ctr">
              <a:defRPr sz="1100"/>
            </a:pPr>
            <a:r>
              <a:t>Units Sold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69480" y="1325880"/>
            <a:ext cx="205740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/>
            </a:pPr>
            <a:r>
              <a:t>₹139,399</a:t>
            </a:r>
          </a:p>
          <a:p>
            <a:pPr algn="ctr">
              <a:defRPr sz="1100"/>
            </a:pPr>
            <a:r>
              <a:t>Avg Value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09760" y="1325880"/>
            <a:ext cx="205740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/>
            </a:pPr>
            <a:r>
              <a:t>6</a:t>
            </a:r>
          </a:p>
          <a:p>
            <a:pPr algn="ctr">
              <a:defRPr sz="1100"/>
            </a:pPr>
            <a:r>
              <a:t>Products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Recommended visuals: Monthly Sales Trend, Revenue by Category, Top Products, Sales by City and Sales by Age Group.</a:t>
            </a:r>
          </a:p>
          <a:p>
            <a:pPr>
              <a:spcAft>
                <a:spcPts val="1200"/>
              </a:spcAft>
              <a:defRPr sz="1700"/>
            </a:pPr>
            <a:r>
              <a:t>Recommended filters: Date, Category, Product, Gender, City and Age Group.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ApexPlanet Data Analytics Internship • Task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11. Business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Total Sales Revenue</a:t>
            </a:r>
          </a:p>
          <a:p>
            <a:pPr>
              <a:spcAft>
                <a:spcPts val="1200"/>
              </a:spcAft>
              <a:defRPr sz="1900"/>
            </a:pPr>
            <a:r>
              <a:t>Transaction Count</a:t>
            </a:r>
          </a:p>
          <a:p>
            <a:pPr>
              <a:spcAft>
                <a:spcPts val="1200"/>
              </a:spcAft>
              <a:defRPr sz="1900"/>
            </a:pPr>
            <a:r>
              <a:t>Units Sold</a:t>
            </a:r>
          </a:p>
          <a:p>
            <a:pPr>
              <a:spcAft>
                <a:spcPts val="1200"/>
              </a:spcAft>
              <a:defRPr sz="1900"/>
            </a:pPr>
            <a:r>
              <a:t>Average Transaction Value</a:t>
            </a:r>
          </a:p>
          <a:p>
            <a:pPr>
              <a:spcAft>
                <a:spcPts val="1200"/>
              </a:spcAft>
              <a:defRPr sz="1900"/>
            </a:pPr>
            <a:r>
              <a:t>Revenue by Category</a:t>
            </a:r>
          </a:p>
          <a:p>
            <a:pPr>
              <a:spcAft>
                <a:spcPts val="1200"/>
              </a:spcAft>
              <a:defRPr sz="1900"/>
            </a:pPr>
            <a:r>
              <a:t>Top Product Revenue</a:t>
            </a:r>
          </a:p>
          <a:p>
            <a:pPr>
              <a:spcAft>
                <a:spcPts val="1200"/>
              </a:spcAft>
              <a:defRPr sz="1900"/>
            </a:pPr>
            <a:r>
              <a:t>Monthly Sales Growth / Trend</a:t>
            </a:r>
          </a:p>
          <a:p>
            <a:pPr>
              <a:spcAft>
                <a:spcPts val="1200"/>
              </a:spcAft>
              <a:defRPr sz="1900"/>
            </a:pPr>
            <a:r>
              <a:t>City and Customer Segment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ApexPlanet Data Analytics Internship • Task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12.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EDA transformed the cleaned dataset into descriptive and business-oriented insights.</a:t>
            </a:r>
          </a:p>
          <a:p>
            <a:pPr>
              <a:spcAft>
                <a:spcPts val="1200"/>
              </a:spcAft>
              <a:defRPr sz="1800"/>
            </a:pPr>
            <a:r>
              <a:t>SQL demonstrated practical extraction, filtering, grouping and aggregation.</a:t>
            </a:r>
          </a:p>
          <a:p>
            <a:pPr>
              <a:spcAft>
                <a:spcPts val="1200"/>
              </a:spcAft>
              <a:defRPr sz="1800"/>
            </a:pPr>
            <a:r>
              <a:t>Multivariate analysis helps investigate relationships between sales measures and customer variables.</a:t>
            </a:r>
          </a:p>
          <a:p>
            <a:pPr>
              <a:spcAft>
                <a:spcPts val="1200"/>
              </a:spcAft>
              <a:defRPr sz="1800"/>
            </a:pPr>
            <a:r>
              <a:t>The dashboard mock-up converts analytical findings into management-friendly KPIs.</a:t>
            </a:r>
          </a:p>
          <a:p>
            <a:pPr>
              <a:spcAft>
                <a:spcPts val="1200"/>
              </a:spcAft>
              <a:defRPr sz="1800"/>
            </a:pPr>
            <a:r>
              <a:t>Next step: implement the dashboard in Power BI or Excel and document SQL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ApexPlanet Data Analytics Internship • Task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